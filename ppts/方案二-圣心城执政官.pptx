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828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2743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5486400"/>
            <a:ext cx="1828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4389120"/>
            <a:ext cx="2743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LAST CONSUL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方案二：圣心城最后的执政官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029200" y="3566160"/>
            <a:ext cx="2130552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8B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没有神力的凡人，却手持凡界最后的合法秩序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972800" cy="4937760"/>
        </p:xfrm>
        <a:graphic>
          <a:graphicData uri="http://schemas.openxmlformats.org/drawingml/2006/table">
            <a:tbl>
              <a:tblPr/>
              <a:tblGrid>
                <a:gridCol w="1097280"/>
                <a:gridCol w="987552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方案核心概念 Core Concept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玩家身份定位 Player Identity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城堡转移机制 Castle Transfer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城堡攻击逻辑 Attack Logic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玩家涉险原因 Why the Player Takes Risks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世界观一致性分析 Consistency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优点与缺点与玩法影响 Pros &amp; Cons &amp; Gameplay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总结 Summary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方案核心概念 CORE CONCEPT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【冬眠的凡人执政官】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玩家是圣心城陷落时唯一幸存的执政官候选人——被世界树根须以魂能"冬眠"数十年的凡人。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苏醒后没有记忆、没有战斗力，但佩戴着圣心城的执政印信——九大陆领主承认的最高协调权威。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玩家身份定位 PLAYER IDENTITY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【凡界的"联合国秘书长"】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拥有危机时刻协调联合行动的合法授权。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执政印信是九封魂令锻造时同步制作的第十件信物。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执政官是文职非武职，不直接参战，而是统筹全局。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城堡转移机制 CASTLE TRANSFER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【地下根脉航行】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方舟堡是圣心城核心区碎片，沿世界树地下根脉网络滑行，像地下河流中航行的船。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每到新大陆从地底升起，离开时沉入地下。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根脉网络=天然的高速通道，也是世界树生命力的脉络。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城堡攻击逻辑 ATTACK LOGIC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【双重打击机制】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被动吸引：魂能灯塔效应持续吸引深渊造物。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主动打击：恢复秩序威胁深渊战略目标，格拉姆萨斯派遣有组织攻击。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随着故事推进，敌人的组织度和针对性逐步提升。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玩家涉险原因 WHY THE PLAYER TAKES RISKS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【印信触碰机制】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执政印信需物理接触封魂令石碑激活"联合协议"——这是防远程篡权的安全机制。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执政官存在=凡界团结象征，阵亡则各大陆陷入各自为战。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玩家虽弱，但不可替代。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世界观一致性分析 CONSISTENCY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0972800" cy="50292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一致性维度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对应说明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执政官身份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执政官=凡界政治角色→不参战逻辑自洽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城堡移动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城堡沿根脉移动→与世界树设定深度绑定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印信来源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印信与封魂令同源→合法性的神话基础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深渊动机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凡界秩序重建威胁深渊→格拉姆萨斯主动出击合理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优点 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00" cy="1211580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99032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身份和动机清晰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241280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"凡人执政官"一目了然，玩家 instantly 理解自己是谁、为何在此、能做什么。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83180"/>
            <a:ext cx="10972800" cy="1211580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47772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746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不参战逻辑自洽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040380"/>
            <a:ext cx="10241280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文职身份天然解释为何玩家不直接上战场，而依赖英雄和防御塔。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0972800" cy="1211580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96512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233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印信确认=解锁驱动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10241280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每块大陆需要印信激活，形成强有力的叙事推进动机。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80660"/>
            <a:ext cx="10972800" cy="1211580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5445252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3721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可发展外交系统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5737860"/>
            <a:ext cx="10241280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执政官身份天然适配声望、外交、联盟等后期系统扩展。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缺点 DISADVANTAGES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9B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99032"/>
            <a:ext cx="109728" cy="109728"/>
          </a:xfrm>
          <a:prstGeom prst="rect">
            <a:avLst/>
          </a:prstGeom>
          <a:solidFill>
            <a:srgbClr val="9B3D3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缺少神秘感和后期揭示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身份从开场即完整揭示，缺少"我是谁"的悬念弧线和剧情反转空间。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870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9B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51632"/>
            <a:ext cx="109728" cy="109728"/>
          </a:xfrm>
          <a:prstGeom prst="rect">
            <a:avLst/>
          </a:prstGeom>
          <a:solidFill>
            <a:srgbClr val="9B3D3D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78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"凡人凭什么"的质疑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4442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需要反复叙事解释为何一个凡人能号令九大陆领主和神话英雄。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396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9B3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904232"/>
            <a:ext cx="109728" cy="109728"/>
          </a:xfrm>
          <a:prstGeom prst="rect">
            <a:avLst/>
          </a:prstGeom>
          <a:solidFill>
            <a:srgbClr val="9B3D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310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与艾蕾尼娅联系需解释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1968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世界树守护者为何关注一个凡人，需要额外铺垫才能合理化。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玩法影响 GAMEPLAY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6BB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99032"/>
            <a:ext cx="109728" cy="109728"/>
          </a:xfrm>
          <a:prstGeom prst="rect">
            <a:avLst/>
          </a:prstGeom>
          <a:solidFill>
            <a:srgbClr val="6BB8D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印信确认=特殊关卡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每章包含"印信激活"特殊关卡，玩法节奏变化，避免纯塔防单调。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870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6B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51632"/>
            <a:ext cx="109728" cy="109728"/>
          </a:xfrm>
          <a:prstGeom prst="rect">
            <a:avLst/>
          </a:prstGeom>
          <a:solidFill>
            <a:srgbClr val="6BB8D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78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声望/外交系统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4442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执政官身份支撑声望系统和多大陆外交策略，增加meta层深度。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396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6BB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904232"/>
            <a:ext cx="109728" cy="109728"/>
          </a:xfrm>
          <a:prstGeom prst="rect">
            <a:avLst/>
          </a:prstGeom>
          <a:solidFill>
            <a:srgbClr val="6BB8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310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根脉移动=过渡动画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1968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地下根脉滑行的过场动画，视觉冲击力强，章节衔接仪式感十足。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总结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方案二是最"政治写实"的玩家身份设定。
</a:t>
            </a:r>
            <a:endParaRPr lang="en-US" sz="17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身份清晰、动机明确、系统扩展性强。
</a:t>
            </a:r>
            <a:endParaRPr lang="en-US" sz="17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代价是神秘感和剧情揭示深度的削弱。
</a:t>
            </a:r>
            <a:endParaRPr lang="en-US" sz="17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适合重视叙事清晰度和系统可扩展性的项目方向。
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852160" y="1051560"/>
            <a:ext cx="228600" cy="228600"/>
          </a:xfrm>
          <a:prstGeom prst="diamond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2026-04-26T05:53:04Z</dcterms:created>
  <dcterms:modified xsi:type="dcterms:W3CDTF">2026-04-26T05:53:04Z</dcterms:modified>
</cp:coreProperties>
</file>