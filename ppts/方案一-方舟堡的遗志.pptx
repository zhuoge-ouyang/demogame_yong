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828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2743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5486400"/>
            <a:ext cx="1828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4389120"/>
            <a:ext cx="2743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BASTION'S LEGACY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方案一：方舟堡的遗志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029200" y="3566160"/>
            <a:ext cx="2130552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B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当城堡本身就是意志，指挥官便是它的灵魂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972800" cy="4937760"/>
        </p:xfrm>
        <a:graphic>
          <a:graphicData uri="http://schemas.openxmlformats.org/drawingml/2006/table">
            <a:tbl>
              <a:tblPr/>
              <a:tblGrid>
                <a:gridCol w="1097280"/>
                <a:gridCol w="98755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方案核心概念 Core Concept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玩家身份定位 Player Identity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城堡转移机制 Castle Transfer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城堡攻击逻辑 Attack Logic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玩家涉险原因 Why the Player Takes Risks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世界观一致性分析 Consistency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优点与缺点与玩法影响 Pros &amp; Cons &amp; Gameplay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总结 Summary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方案核心概念 CORE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【存在形式】玩家没有游戏内的肉身或灵魂。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玩家的"存在"体现为方舟堡本身的意志系统——城堡在圣心城陷落时被世界树残留的魂能激活，成为一座有自主判断能力的活体要塞。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玩家就是这座要塞的"操作系统"。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玩家身份定位 PLAYER IDENTITY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【方舟堡的意志系统】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统领资格来自方舟堡——圣心城最后的遗产，内置圣心城议会的权限协议。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领主响应的是圣心城的紧急动员令，而非个人命令。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玩家=城堡，城堡=玩家，二者不可分割。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城堡转移机制 CASTLE TRANSFER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【底座嵌入符文通道根节点】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方舟堡通过激活锚点整体传送到不同大陆。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每次传送需要目标大陆领主开启接收端。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城堡本身即为传送核心，无需额外载具。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城堡攻击逻辑 ATTACK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【被动吸引机制】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城堡核心的世界树活体根须散发纯净魂能，像灯塔一样被动吸引深渊造物和失控元素生物。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敌人并非"追杀"玩家，而是被魂能光芒吸引而至。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这解释了为何每到一个新大陆，敌人便蜂拥而至。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玩家涉险原因 WHY THE PLAYER TAKES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【移动修复站】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远程修复不可能，封魂令裂痕需要物理接近才能通过城堡的世界树根须进行"魂能谐振"。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城堡是"移动修复站"，必须亲临每个大陆的封魂令石碑。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玩家在场=修复可行；玩家缺席=裂痕持续扩大。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世界观一致性分析 CONSISTENCY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0972800" cy="50292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一致性维度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对应说明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方舟堡来源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方舟堡=圣心城遗产→法统继承合法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城堡核心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城堡核心=世界树根须→与三界设定贯通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传送机制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传送依赖符文通道→与既有世界架构一致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敌人动机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魂能灯塔效应→被动吸引解释攻击逻辑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优点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保持"玩家无肉身"设定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完全避免"玩家在游戏里是什么"的叙事矛盾，塔防叙事中最干净的方案。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870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5163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78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城堡=玩家化身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442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塔防游戏中"城堡即玩家"是最强叙事耦合，升级城堡=玩家成长，直观无歧义。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396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0423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31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无需处理死亡逻辑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1968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城堡被毁=Game Over，不需要解释"玩家角色死后复活"的叙事漏洞。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缺点 DISADVANTAGES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叙事情感偏弱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城堡作为"物"很难建立情感共鸣，玩家可能感觉在操控一座建筑而非代入一个角色。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870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516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78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难制造个人危机张力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442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危机=城堡受损，而非"角色命悬一线"，情感冲击力度天然弱于有人身的方案。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396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042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31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领主忠诚逻辑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1968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领主对"城堡"的忠诚不如对"人"自然，需要额外叙事铺垫来解释为何追随一座会移动的要塞。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玩法影响 GAMEPLAY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城堡升级=玩家成长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所有养成系统围绕城堡展开：城墙、炮塔、根须网络，成长线清晰统一。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870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5163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78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城堡被毁=Game Over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442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失败条件自然明确，无需设计复杂的角色死亡与复活机制。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396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0423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31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符文通道传送=解锁条件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1968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大陆解锁与符文通道节点绑定，形成清晰的章节推进节奏。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总结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方案一是最"塔防原生"的玩家身份设定。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将玩家与城堡合二为一，叙事干净、玩法耦合度最高。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代价是情感深度和角色弧线的牺牲。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适合追求"纯粹塔防体验"、弱化叙事情感权重的项目方向。
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852160" y="1051560"/>
            <a:ext cx="228600" cy="228600"/>
          </a:xfrm>
          <a:prstGeom prst="diamond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2026-04-26T05:53:04Z</dcterms:created>
  <dcterms:modified xsi:type="dcterms:W3CDTF">2026-04-26T05:53:04Z</dcterms:modified>
</cp:coreProperties>
</file>